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9769aaf193004d6f"/><Relationship Type="http://schemas.openxmlformats.org/officeDocument/2006/relationships/extended-properties" Target="/docProps/app.xml" Id="R1cd692ee678146a3"/><Relationship Type="http://schemas.openxmlformats.org/officeDocument/2006/relationships/officeDocument" Target="/ppt/presentation.xml" Id="Ra8a3ab196d1a419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2b6f2f65d6486d"/>
  </p:sldMasterIdLst>
  <p:notesMasterIdLst>
    <p:notesMasterId xmlns:r="http://schemas.openxmlformats.org/officeDocument/2006/relationships" r:id="R799bc7187b8b4c16"/>
  </p:notesMasterIdLst>
  <p:sldIdLst>
    <p:sldId xmlns:r="http://schemas.openxmlformats.org/officeDocument/2006/relationships" id="256" r:id="R7bf6c5a555934131"/>
    <p:sldId xmlns:r="http://schemas.openxmlformats.org/officeDocument/2006/relationships" id="257" r:id="Ra43af19adb8946bd"/>
    <p:sldId xmlns:r="http://schemas.openxmlformats.org/officeDocument/2006/relationships" id="258" r:id="R875e8a0c61b94312"/>
    <p:sldId xmlns:r="http://schemas.openxmlformats.org/officeDocument/2006/relationships" id="259" r:id="R4b9c25b82e744991"/>
    <p:sldId xmlns:r="http://schemas.openxmlformats.org/officeDocument/2006/relationships" id="260" r:id="Rf289721dea044ae2"/>
    <p:sldId xmlns:r="http://schemas.openxmlformats.org/officeDocument/2006/relationships" id="261" r:id="Ra6704615f59743ac"/>
    <p:sldId xmlns:r="http://schemas.openxmlformats.org/officeDocument/2006/relationships" id="262" r:id="R9195e2d6bea54479"/>
    <p:sldId xmlns:r="http://schemas.openxmlformats.org/officeDocument/2006/relationships" id="263" r:id="R07e24919108146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d260b663334a491e"/><Relationship Type="http://schemas.openxmlformats.org/officeDocument/2006/relationships/slideMaster" Target="/ppt/slideMasters/slideMaster1.xml" Id="Rb82b6f2f65d6486d"/><Relationship Type="http://schemas.openxmlformats.org/officeDocument/2006/relationships/notesMaster" Target="/ppt/notesMasters/notesMaster1.xml" Id="R799bc7187b8b4c16"/><Relationship Type="http://schemas.openxmlformats.org/officeDocument/2006/relationships/presProps" Target="/ppt/presProps.xml" Id="Rdcdfeff3423343d4"/><Relationship Type="http://schemas.openxmlformats.org/officeDocument/2006/relationships/viewProps" Target="/ppt/viewProps.xml" Id="Rb3e88fbde81d4dfd"/><Relationship Type="http://schemas.openxmlformats.org/officeDocument/2006/relationships/tableStyles" Target="/ppt/tableStyles.xml" Id="R9a4fc4eb94d8480c"/><Relationship Type="http://schemas.openxmlformats.org/officeDocument/2006/relationships/slide" Target="/ppt/slides/slide1.xml" Id="R7bf6c5a555934131"/><Relationship Type="http://schemas.openxmlformats.org/officeDocument/2006/relationships/slide" Target="/ppt/slides/slide2.xml" Id="Ra43af19adb8946bd"/><Relationship Type="http://schemas.openxmlformats.org/officeDocument/2006/relationships/slide" Target="/ppt/slides/slide3.xml" Id="R875e8a0c61b94312"/><Relationship Type="http://schemas.openxmlformats.org/officeDocument/2006/relationships/slide" Target="/ppt/slides/slide4.xml" Id="R4b9c25b82e744991"/><Relationship Type="http://schemas.openxmlformats.org/officeDocument/2006/relationships/slide" Target="/ppt/slides/slide5.xml" Id="Rf289721dea044ae2"/><Relationship Type="http://schemas.openxmlformats.org/officeDocument/2006/relationships/slide" Target="/ppt/slides/slide6.xml" Id="Ra6704615f59743ac"/><Relationship Type="http://schemas.openxmlformats.org/officeDocument/2006/relationships/slide" Target="/ppt/slides/slide7.xml" Id="R9195e2d6bea54479"/><Relationship Type="http://schemas.openxmlformats.org/officeDocument/2006/relationships/slide" Target="/ppt/slides/slide8.xml" Id="R07e2491910814607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04ee426642e64db9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55d89a3392914292"/><Relationship Type="http://schemas.openxmlformats.org/officeDocument/2006/relationships/notesMaster" Target="/ppt/notesMasters/notesMaster1.xml" Id="Rbd30ef9430964db4"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ca889fb5bf9e4a50"/><Relationship Type="http://schemas.openxmlformats.org/officeDocument/2006/relationships/notesMaster" Target="/ppt/notesMasters/notesMaster1.xml" Id="R4ecbcf21e2d2478f"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e8d8bd5dee474935"/><Relationship Type="http://schemas.openxmlformats.org/officeDocument/2006/relationships/notesMaster" Target="/ppt/notesMasters/notesMaster1.xml" Id="R67c22e5471d24bfb"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c1a4affec6ce473b"/><Relationship Type="http://schemas.openxmlformats.org/officeDocument/2006/relationships/notesMaster" Target="/ppt/notesMasters/notesMaster1.xml" Id="R9dc3dae8c58049c4"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3cd69c01b4bf42df"/><Relationship Type="http://schemas.openxmlformats.org/officeDocument/2006/relationships/notesMaster" Target="/ppt/notesMasters/notesMaster1.xml" Id="R8ba8b0e5e7cc46c9"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f0d16605715e4116"/><Relationship Type="http://schemas.openxmlformats.org/officeDocument/2006/relationships/notesMaster" Target="/ppt/notesMasters/notesMaster1.xml" Id="Rd7de5667a83c437e"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70ee986737904c6d"/><Relationship Type="http://schemas.openxmlformats.org/officeDocument/2006/relationships/notesMaster" Target="/ppt/notesMasters/notesMaster1.xml" Id="R824ac799473e490c"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dc514c8ef2414746"/><Relationship Type="http://schemas.openxmlformats.org/officeDocument/2006/relationships/notesMaster" Target="/ppt/notesMasters/notesMaster1.xml" Id="R07b799f1acab4682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42111616dfeb438b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1a1a2dce94f94d02"/><Relationship Type="http://schemas.openxmlformats.org/officeDocument/2006/relationships/slideLayout" Target="/ppt/slideLayouts/slideLayout1.xml" Id="R711843cad7064707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843cad70647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a68affb91634609"/><Relationship Type="http://schemas.openxmlformats.org/officeDocument/2006/relationships/notesSlide" Target="/ppt/notesSlides/notesSlide1.xml" Id="R706e230930664b35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83d71b226ab4a91"/><Relationship Type="http://schemas.openxmlformats.org/officeDocument/2006/relationships/notesSlide" Target="/ppt/notesSlides/notesSlide2.xml" Id="R92e3bdd89304486a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7983761bdf34018"/><Relationship Type="http://schemas.openxmlformats.org/officeDocument/2006/relationships/notesSlide" Target="/ppt/notesSlides/notesSlide3.xml" Id="Rac9e12012f464ea9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aa1628a9acf4ab2"/><Relationship Type="http://schemas.openxmlformats.org/officeDocument/2006/relationships/notesSlide" Target="/ppt/notesSlides/notesSlide4.xml" Id="R4a754eb4fcb74fc7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0062588f3e04614"/><Relationship Type="http://schemas.openxmlformats.org/officeDocument/2006/relationships/notesSlide" Target="/ppt/notesSlides/notesSlide5.xml" Id="R56d12500d3e94693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b26d3c16063459a"/><Relationship Type="http://schemas.openxmlformats.org/officeDocument/2006/relationships/notesSlide" Target="/ppt/notesSlides/notesSlide6.xml" Id="Rc666f9dca5d84551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35037f79b484b1b"/><Relationship Type="http://schemas.openxmlformats.org/officeDocument/2006/relationships/notesSlide" Target="/ppt/notesSlides/notesSlide7.xml" Id="R440a73a30a6e4ee2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4caa3c83ad64c81"/><Relationship Type="http://schemas.openxmlformats.org/officeDocument/2006/relationships/notesSlide" Target="/ppt/notesSlides/notesSlide8.xml" Id="R0641d3a7a1664465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ABDFB9-390F-4749-A404-D378AC2B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017ED-824C-4E34-8EC5-DEC2EE23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D4883-8DCC-4FA9-95F2-9B6EC853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LAYLA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77686-8287-4C36-9160-0CA71B85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800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Pipeline de despliegue con GitHub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D94B9-A5F1-4B15-841F-9D8D2570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23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Pruebas en runners de GitHub y despliegue automatico en un servidor Linux local con un self-hosted runner y Docker Compose.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58DDB-6997-4C29-9F8A-2FAF16B8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13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48C83-2AFF-4BC3-8144-DDA40520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C477C-4EC5-405F-BA66-F1B5CB41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 servidor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ED85A-B5D9-4A9F-A5D0-57AE93F6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Linux self-hosted runner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707A1-CFEB-4C48-AEC9-A5CA313E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0"/>
            <a:ext cx="213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C9072-AF7D-450A-9AFA-04C5C6AB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0208B-4DC5-4A9E-A477-CC80E69E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05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4 imagenes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B32C0-9C74-44D9-AFAE-37E4AB33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24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core / worldbuilding / gateway /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8DE11-5FB7-4788-B667-706E964C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213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0EE19-956F-49AD-95A1-2229E062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FF62E-4C22-41A3-8103-035D8873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05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2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D3F3D-01EF-4C39-B115-F4F9D4A6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24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CI en la nube y deploy local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335A8-5865-48C6-AC4B-4F720DCC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deploy/github-actions</a:t>
            </a:r>
          </a:p>
        </p:txBody>
      </p:sp>
    </p:spTree>
    <p:extLst>
      <p:ext uri="{BB962C8B-B14F-4D97-AF65-F5344CB8AC3E}">
        <p14:creationId xmlns:p14="http://schemas.microsoft.com/office/powerpoint/2010/main" val="20361992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18AC0E-0AF2-40DE-B2BE-6CB9AE5F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CA279-7E85-4FA9-B230-1705BD52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85068-046D-4522-82B0-327E8211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DD03D-E4F3-4536-AA86-E8DAE6B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96D07-3B7E-444A-A603-23D3CE7D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AA9CC-22C5-4E46-B36A-0EFE84CF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Que resuelve el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4B3A6-5E11-4070-A937-7D4DCAA1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Automatiza el camino de calidad a despliegue para una aplicacion distribuida.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E4F21-81F5-48C5-965F-43B65A5F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0DACB-2D53-48CA-9E6A-15B73AE5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09517-7F42-4833-80D4-CF7AE21D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Validacion antes de publicar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24678-00A7-443B-8AD8-521C8D30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819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Restore, pruebas unitarias, TypeScript, frontend y builds .NET corren en runners de GitHub antes de desplegar.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7EF3F-1076-4CE7-8EAA-62C0252C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E34BF-846B-4906-8364-8FE5B0F5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23B01-E45C-4940-9EAA-6403AAAD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Imagenes construidas en el servidor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D9B7B-A25E-4AF0-B475-B65E9F3B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43200"/>
            <a:ext cx="2819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Compose construye server-core, worldbuilding, gateway y client-web en el host antes de levantarlos.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0E033-4BA8-433B-8AA8-925DA47C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1A28C-821B-47FA-B9A2-37366C3F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8B205-8557-437E-8BE1-40A7BAA4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Despliegue demostrable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36A1F-9AF2-4604-A36E-87C933C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819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Un self-hosted runner despliega Layla en un servidor Linux local sin abrir puertos entrantes.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EC8C2-7B09-4648-8D2B-A53A1CC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670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53B47-32C5-4A95-995B-9A02C1F6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78618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15293-E25D-4F10-B60A-C7F30411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C96EF-6D54-404C-B38C-07A41F49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CCFC6-6B4C-4172-903F-51E9C5CE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2A1FA-1B1E-4211-A2AC-D7BA7158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3BBC9-B04A-4E68-8012-7984DD57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34CF7-195B-4983-B995-B3DFD0E2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El flujo separa CI en la nube y deploy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DEEC8-A664-4ADD-8A34-E4E373A4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CI valida cada push; el deploy corre en el servidor self-hosted.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77F31-23B8-4949-82C3-7B00F0C4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C142B-EFF0-403E-A945-A95E9232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95EF8-0046-4136-A424-FE3E3937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09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Restore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1D7F3-4487-462A-8B0A-677589DF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146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Restaura soluciones .NET y dependencias pnpm con lockfiles.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67925-6B6A-4419-AC49-533E3D42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3CD95-0608-45DE-A015-77255943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2323F-0F99-464B-AE8F-1435662C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14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ADADE-504D-445F-9214-00E0F8EA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195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Ejecuta xUnit y Vitest en jobs paralelos.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1A90D-D94F-4670-9A72-50934F29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BBD9D-E624-4DFF-AE38-80769CBE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BD38F-0DED-48EC-85CF-8DACB5BC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CA4D3-29A7-4F90-9A11-E62BF2A8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244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Compila backend, web, TypeScript y assets frontend.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48C10-E32D-4F87-9E3E-83CCA150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2DB38-2061-4C7B-B047-F8EB552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25949-95CD-4A96-AA23-5528F2B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547C4F-9974-4BFE-815E-EC5421EA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146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Construye las imagenes de los cuatro servicios y valida los Dockerfiles.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F84F7-9B15-4F38-8128-C615BCDD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2B42B-192C-451E-B5EE-7F6C43BB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B9BE76-B5C7-4F2F-AB23-9DCBFBD2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14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FA127-0F4E-429E-A350-4DA87F7B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195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runner local levanta el stack con docker compose up -d.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32B758-2B1D-480C-A301-24361FB2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B6866-9E1C-4BAA-A204-2F987DB4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D445C4-31D0-4C94-BB80-1DAAA497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19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Smoke 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FB2FC6-873E-433B-913D-FDAD02E4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244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Valida /health del gateway con reintentos.</a:t>
            </a:r>
          </a:p>
        </p:txBody>
      </p:sp>
    </p:spTree>
    <p:extLst>
      <p:ext uri="{BB962C8B-B14F-4D97-AF65-F5344CB8AC3E}">
        <p14:creationId xmlns:p14="http://schemas.microsoft.com/office/powerpoint/2010/main" val="3429664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B81736-DA3B-4422-8C67-07196BA7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82F07-5C7B-4E12-A016-AEDF83B6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9CD5F-3644-4177-8F10-04B314D3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PRUEBAS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9FE94-CA9A-4037-86DF-CFA82DD7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DEC9A-5AEB-4DB4-9D6E-972B7FDB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958E0-DE33-488B-9EEA-6922A2A5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Las pruebas cubren los componentes ejecutables en CI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D2315-C9A0-4E47-8AC5-2F03B9C6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pipeline falla antes de desplegar si una suite rompe.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88573-B6F7-4B38-B394-A2296D8B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0057C-AA63-457E-AB55-2E31E36A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79BFB-5ED7-42DF-AF0C-E67B2B1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145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EAD7C-B98A-43C3-AE3C-81E59E96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14575"/>
            <a:ext cx="641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Proposito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85374-27A3-4C9F-ACD8-B27C8011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B1A27-9C48-4052-8546-4B86D4C3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server-core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9CBAB-A9E9-4FE4-80F4-363CFF7E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xUnit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20D40-A5C2-4F5E-A4A1-AB3A4F50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641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Servicios, auth, proyectos, SignalR helpers y workers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14B44-00F1-4C13-8B05-829C50C9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DD937-F28D-42E2-95D5-1911468D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client-web.Tests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E2DD8-0942-4CF6-816A-4CC0E1BF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xUnit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79CC7-4A8C-4B33-9533-1BF6C0A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86100"/>
            <a:ext cx="641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ApiClient y estado de autenticacion Blazor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11DEB-C54E-4320-92DF-E06730D9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9E4B4-F197-4338-97F9-8A46CC62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server-worldbuilding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E3885-DE5A-4EC8-BFC9-BB863AC4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Vitest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892481-1E0B-417B-81D2-50C05E20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86150"/>
            <a:ext cx="641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Wiki, manuscritos, grafo, JWT y guards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5E3F8-5308-42E7-B5A9-13C8D30C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87BE52-BFE7-4EAD-84AA-9E9F1590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frontend web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CAE6AB-367C-4695-A43E-14F3B34E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862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tsc + Tailwind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A98DC-EE1D-45A3-9B10-DB64C299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86200"/>
            <a:ext cx="641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Compilacion de assets antes del Docker build</a:t>
            </a:r>
          </a:p>
        </p:txBody>
      </p:sp>
    </p:spTree>
    <p:extLst>
      <p:ext uri="{BB962C8B-B14F-4D97-AF65-F5344CB8AC3E}">
        <p14:creationId xmlns:p14="http://schemas.microsoft.com/office/powerpoint/2010/main" val="18952905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ECB3F3-B01C-4099-AE73-C3AB4C53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95786-120D-41AF-BEE6-4058AC2D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35732-BE6B-439A-BBFC-DE350941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SERVIDOR LINUX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96824-CDED-4242-9F48-FEFA877E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652D0-96AC-45FC-A4D2-0A46C872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45F77-9769-46AC-8148-E01BD602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Los 8 servicios corren en un servidor Linux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A8816-DACD-4F42-B085-578AA7D5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runner clona el repo y Docker Compose levanta los contenedores en un host.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DFE39-0C28-47B4-9FEA-945171EF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3EAA4-F196-4620-80BE-48491B9D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80501-60A9-49DA-8A97-81CF65A3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Datos</a:t>
            </a:r>
          </a:p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4 contenedores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99A83-57E8-48D2-A6A8-D343E7EF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47000"/>
            <a:ext cx="253365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SQL Server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MongoDB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Neo4j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BF9C4-CBA5-478F-89A4-1F8C677C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4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262B4-B6CF-46B8-8ED6-DAB53298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7FAC2-C6F3-4FC6-A5B9-945A5C52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Aplicaciones</a:t>
            </a:r>
          </a:p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3 contenedores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E5A16-F590-489F-8E73-69A1F055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47000"/>
            <a:ext cx="253365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server-core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server-worldbuilding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layla-web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6EA8D-D0A2-4A65-A454-9A10E3A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DFBFC-8811-4569-BA82-2835BCA7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0CB26-2995-47C2-8805-6C745FEC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43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Gateway</a:t>
            </a:r>
          </a:p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Punto de entrada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3C817-C893-4E2A-806A-707CF520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47000"/>
            <a:ext cx="253365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api-gateway YARP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Host: localhost:5000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16042-8B3B-4E56-A35D-07DD8953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26416-DC05-467D-AF74-C9AC7971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01358-0682-44CB-ADA7-F3384AA1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El runner ejecuta: docker compose -f deploy/docker/docker-compose.yml up -d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19E41-7EDC-44F3-BDA8-9A7774E2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Los contenedores comparten una red de Compose; los hosts se resuelven por nombre de servicio.</a:t>
            </a:r>
          </a:p>
        </p:txBody>
      </p:sp>
    </p:spTree>
    <p:extLst>
      <p:ext uri="{BB962C8B-B14F-4D97-AF65-F5344CB8AC3E}">
        <p14:creationId xmlns:p14="http://schemas.microsoft.com/office/powerpoint/2010/main" val="1198332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6CC408-9290-4D28-B16E-99BFA012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0AB87-72C5-4909-BA25-B30C9F76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964F1-9E6D-4D4F-B34E-06EB503A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SELF-HOSTED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51390-9248-4E1E-94E6-614CE452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3FFE3-0D5F-4AE6-A3BD-E6C36C1C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F9363-5FE4-4360-8CBE-1807744C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Por que un self-hosted runner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8B6C4-2467-4E9B-B91F-A0D8FC71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GitHub no alcanza tu red local; el runner ejecuta el deploy dentro del servidor.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50A80-4894-46AB-BEAF-7F646AD2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1B01F-EC08-46E6-BC83-C77BECDF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EF575-C04F-4331-888C-78528EDB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Conexion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F38BC-6B5B-4231-9599-73C6854E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2914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Polling saliente a GitHub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Sin puertos entrantes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Etiquetas linux, layla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 instala como servicio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C0697-D537-439E-83B7-65A24447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4A8CE-9E85-4E93-92D1-5E8BF654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D3887-A1E4-466E-B4D2-BAD23BB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Despliegue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0D482-F598-4086-85A5-C6721E82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914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Genera .env desde Secrets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compose build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up -d --remove-orphans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7B1F0-88E3-4C43-BF19-1CF67489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93E44-6053-4E8F-B51C-9920BDD6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F8ECC-5BF6-4434-813A-E89884CE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Operacion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B24CF-3CDF-4B35-95EF-B5D76418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914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Reutiliza la cache de Docker del servidor y borra el .env al terminar el job.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B428E-567E-427E-A7BB-386C2BE4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47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Smoke test: curl -fsS http://localhost:5000/health</a:t>
            </a:r>
          </a:p>
        </p:txBody>
      </p:sp>
    </p:spTree>
    <p:extLst>
      <p:ext uri="{BB962C8B-B14F-4D97-AF65-F5344CB8AC3E}">
        <p14:creationId xmlns:p14="http://schemas.microsoft.com/office/powerpoint/2010/main" val="16954754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FC131A-161C-4933-95D7-AA37B730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FF76D-889F-4EC3-8E02-F321CF09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943D9-1175-44D8-83FF-9A7A429A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SEGURIDAD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2E7D9-65EC-4E4F-85F6-48BF976F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BAA38-DDC1-4885-8E0E-7189B605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D9E4A-AB61-4C86-9340-5A7A72AB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Los secretos no quedan versionados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657BD-BDF3-45EF-906A-692A4DD9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pipeline genera o consume credenciales en tiempo de ejecucion.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2BC6E-3BC2-4952-BAF0-196821E8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D2151-F69D-470C-9A01-3CFB7E2F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22AA3-470E-49F9-9237-3520B9F1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445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Secrets de GitHub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1A61B-3990-4A21-A855-74CF29B6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4438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.env se genera desde GitHub Secrets en cada despliegue con generate-env.sh.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05DD7-B3F8-45EB-A965-5C05F16E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B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99A10-3733-4255-B0C5-27B6C14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CC693-483D-4966-9E69-E2A6B32F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43150"/>
            <a:ext cx="445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Valores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70415-386D-4315-9514-22738ECA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438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Si falta un secret, generate-env.sh crea claves fuertes no productivas.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06094-CA7F-49BA-9BFC-9ED3BF72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CC2A5-D3B2-4A51-A90A-79AB100E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FAE31-503F-4C91-B6D6-0A63EC87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445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Repositorio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0F078-BF44-48D1-BEB2-C8524FD1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.env esta ignorado por Git y se elimina al terminar el job.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6302C-E8A6-477D-BB41-035D4819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CA0EF-E48D-4A9E-8C2F-D0CA02C1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67B2F-8576-44C5-9717-A74AB9B4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48150"/>
            <a:ext cx="445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Smoke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B31A6-4399-4650-B63B-1AD46FBB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deploy no se considera listo hasta que /health responde.</a:t>
            </a:r>
          </a:p>
        </p:txBody>
      </p:sp>
    </p:spTree>
    <p:extLst>
      <p:ext uri="{BB962C8B-B14F-4D97-AF65-F5344CB8AC3E}">
        <p14:creationId xmlns:p14="http://schemas.microsoft.com/office/powerpoint/2010/main" val="6335031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9C4B48-6BAA-43AC-8DD7-D82ACB1D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6B371-6904-40F4-B4CA-BDF72B99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2E8A0-6D60-4A96-8B1F-C587998B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EJECUCION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DBE26-D058-4355-8FCA-4045010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4927D-3A72-4F37-A5A2-420B0008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5508A-C151-441B-986A-9FE8CB12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Como se ejecuta el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98676-0AA7-4B09-8E21-57A5CF3B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Primero CI en la nube; despues deploy en el servidor local.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2B06D-E820-46C2-BBE1-394A4879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64030-4B6C-4CF4-9E86-25D66490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63014-C278-4616-8149-57F4A071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8122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Parametros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D13C2-4F15-4BB0-8332-DFD96078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81225"/>
            <a:ext cx="527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35717-23A7-4094-A7C2-926AD057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6216F-E701-4816-B5CF-8FDE067D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1. CI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D01A1-C923-4B12-86E6-9A5D73B0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527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push o PR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2A47D-9B08-4EAC-8EB0-A0361A79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52700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Pruebas, builds e imagenes en runners de 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8A4AC-D89D-4634-9F1B-3E0DF47C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64905-A776-4450-85BF-3A08BF19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2. Runner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66C4B-6F3A-4CEB-82B8-7EC59929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5275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linux, layla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A7DC9-9CE5-4C5A-8544-BBA1ECBE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52750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Self-hosted runner registrado en el servidor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B20D4-7C67-40CB-8D6A-400B8CE8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A7C72-61CA-4441-B539-1099990F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3. Deploy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40B35-1ECD-4E7B-8006-38DC32B8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528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push a master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0AA4D-346D-41DE-8275-E2C4E693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52800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Compose levanta los 8 servicios en el servidor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71B4A-036B-45E8-8661-AE90C768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A70EE-2C51-4603-B3EF-2C68F698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4. Verificacion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FD0813-E5BE-4C63-A177-9E44EA10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5285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gateway_url opcional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7E5F7-2E47-4BD4-A20C-66BD3A89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52850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Smoke test contra /health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552E4-B76B-4F62-973E-1E75EC72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Resultado esperado: Layla queda detras del API Gateway YARP y validada por el health check final.</a:t>
            </a:r>
          </a:p>
        </p:txBody>
      </p:sp>
    </p:spTree>
    <p:extLst>
      <p:ext uri="{BB962C8B-B14F-4D97-AF65-F5344CB8AC3E}">
        <p14:creationId xmlns:p14="http://schemas.microsoft.com/office/powerpoint/2010/main" val="930285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2026-06-09T18:40:00.2180000Z</dcterms:created>
  <dcterms:modified xsi:type="dcterms:W3CDTF">2026-06-09T18:40:00.2180000Z</dcterms:modified>
</coreProperties>
</file>