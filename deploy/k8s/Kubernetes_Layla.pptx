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de Despliegue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Kubernetes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Layla — 10 servicios, múltiples réplicas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291840"/>
            <a:ext cx="22860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Donaldo Ortiz García  ·  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Kubernetes?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que orquesta los contenedores de Layla en producción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560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256032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toma las imágenes Docker y decide cuántas copias ejecutar, en qué nodo, y las reinicia si fallan.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560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56032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Autoescalado 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Autorrecuperación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pod cae, Kubernetes lo recrea automáticamente. Si agregas más carga, escala las réplicas.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560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34440"/>
            <a:ext cx="256032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Código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despliegue se define en archivos YAML versionados, reproducibles en cualquier cluster.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Layla en Kubernetes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servicios desplegados en el namespace 'layla'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APLICACIÓN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73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Blazor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réplicas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0008"/>
            <a:ext cx="109728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layla-api-gateway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 Reverse Proxy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532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réplicas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99816"/>
            <a:ext cx="109728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19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ASP.NET Core 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9624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9624"/>
            <a:ext cx="109728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layla-worldbuilding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Node.js + Express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4032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Y MENSAJERÍA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6002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600200"/>
            <a:ext cx="109728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673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sqlserver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1920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350008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50008"/>
            <a:ext cx="109728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2670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2532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099816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099816"/>
            <a:ext cx="109728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172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3419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+ APOC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282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49624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849624"/>
            <a:ext cx="109728" cy="6400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922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4032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Kubernetes Utilizados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tipos de objetos que conforman el despliegue completo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62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Deployment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7099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4 servicios sin estado (app services). Define cuántas réplicas mantener. Si un pod muere, lo recrea automáticamente.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layla-web (3), layla-api-gateway (5),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server-core (2), layla-worldbuilding (2)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4069080" cy="1463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62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StatefulSet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17099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las 4 bases de datos. Cada pod tiene un PersistentVolumeClaim (PVC) propio. Mantiene identidad de red estable entre reinicios.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192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sqlserver, mongodb, neo4j, rabbitmq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069080" cy="14630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455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34930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red estable dentro del cluster. Los pods se comunican por nombre DNS. ClusterIP para internos, NodePort para exponer al exterior.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114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ClusterIP: databases + backends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NodePort: layla-web (30080), api-gateway (30500)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26080"/>
            <a:ext cx="4069080" cy="14630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1455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Secret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65192" y="34930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contraseñas, llaves JWT y cadenas de conexión codificadas en base64. Los pods las leen como variables de entorno.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5192" y="4114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layla-secrets: 16 claves sensibles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Desplegadas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Cumpliendo los requisitos de la práctica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70632"/>
            <a:ext cx="12801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Blazor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325880"/>
            <a:ext cx="182880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2587752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62072" y="2770632"/>
            <a:ext cx="128016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layla-api-gateway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7752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8304" y="1325880"/>
            <a:ext cx="182880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8304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47183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92624" y="2770632"/>
            <a:ext cx="1280160" cy="274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8304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ASP.NET 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1325880"/>
            <a:ext cx="182880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48856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848856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23176" y="2770632"/>
            <a:ext cx="1280160" cy="274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layla-worldbuilding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8856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Node.js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Despliegue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seguidos para llevar Layla a Kubernetes con minikube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winget install minikube + kubectl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--driver=docker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188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353312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imágenes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docker build dentro del Docker de minikube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(minikube docker-env | Invoke-Expression)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188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353312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7688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YAML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1783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archivos: namespace, secret, 4 StatefulSets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Deployments + sus Services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k8s/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recursos creados en el namespace layla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286207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26664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+ kubectl describe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identificar y resolver errores de startup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286207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26664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47688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63056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deployments/statefulsets -n layla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READY — práctica completada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Encontrados y Soluciones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diagnosticados con kubectl logs y sus correcciones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28016" cy="1664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en server-core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4533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2 réplicas arrancaban simultáneamente e intentaban insertar los mismos roles en SQL Server → duplicate key error → crash.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Capturar DbUpdateException con número de error SQL 2601/2627 en Program.cs y continuar si el rol ya existe.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128016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2344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no arrancaba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56632" y="154533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Kubernetes inyecta vars como NEO4J_PORT_7687_TCP_PORT en todos los pods. Neo4j las interpreta como configuración propia → setting desconocido → crash.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56632" y="21488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Agregar enableServiceLinks: false al pod spec del StatefulSet para que k8s no inyecte vars de otros servicios.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44368"/>
            <a:ext cx="128016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3580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y RabbitMQ en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34670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El liveness probe usaba mongosh y rabbitmq-diagnostics que tardan &gt;1 segundo. El timeoutSeconds por defecto es 1 → probe falla → k8s mata el pod.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9502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Cambiar probes a tcpSocket (verificación de puerto) que es instantánea y no requiere ejecutar un proceso.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944368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44368"/>
            <a:ext cx="128016" cy="16642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303580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worldbuilding: vars faltantes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56632" y="334670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La app Node.js requería JWT_SECRET_REFRESH y JWT_REFRESH_TOKEN_EXPIRY. No estaban en el manifest → falla al leer config → crash inmediato.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56632" y="39502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Agregar las dos variables al Secret de k8s y referenciarlas como secretKeyRef en el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— Todo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deployments -n layla  ·  kubectl get statefulsets -n layla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475488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RÉPLICAS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layla-api-gateway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layla-worldbuilding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1463040"/>
            <a:ext cx="4754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475488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RÉPLICAS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layla-api-gateway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layla-worldbuilding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0" y="1463040"/>
            <a:ext cx="3383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63040"/>
          <a:ext cx="3383280" cy="201168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4360" y="37673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Despliegue completado exitosamente — 12 pods Running, todos los servicios accesibles a través del API Gateway y la UI Blazor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3624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permite escalar servicios de forma declarativa — basta con cambiar replicas: N en el YAML.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para servicios sin estado; StatefulSet para bases de datos con almacenamiento persistente (PVC).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Secrets centralizan credenciales; los Services proveen DNS interno estable entre pods.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364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comunes: race conditions en seeding, env vars de k8s que colisionan con apps, y probes con timeout demasiado corto.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032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pods Running: 3 UI + 5 Gateway + 2 Core + 2 Worldbuilding + 4 bases de datos.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github.com/layla-platform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Kubernetes — Layla</dc:title>
  <dc:subject>PptxGenJS Presentation</dc:subject>
  <dc:creator>Luis Donaldo Ortiz García</dc:creator>
  <cp:lastModifiedBy>Luis Donaldo Ortiz García</cp:lastModifiedBy>
  <cp:revision>1</cp:revision>
  <dcterms:created xsi:type="dcterms:W3CDTF">2026-05-27T22:45:44Z</dcterms:created>
  <dcterms:modified xsi:type="dcterms:W3CDTF">2026-05-27T22:45:44Z</dcterms:modified>
</cp:coreProperties>
</file>